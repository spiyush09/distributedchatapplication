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Chat Application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560320"/>
            <a:ext cx="1371600" cy="54864"/>
          </a:xfrm>
          <a:prstGeom prst="rect">
            <a:avLst/>
          </a:prstGeom>
          <a:solidFill>
            <a:srgbClr val="1A9E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5D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chat using TCP sockets and threading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Computing Minor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application where many users talk in real time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server and multiple clients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can run on different computers in the same LAN/Wi-Fi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Python using TCP sockets and threading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client interfaces: Tkinter GUI and terminal (CMD)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handles multiple clients at the same time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username for every user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sent to all other users with time and username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and leave notifications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one computer and across a network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F4F6F9"/>
          </a:solidFill>
          <a:ln w="19050">
            <a:solidFill>
              <a:srgbClr val="1A9E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34640" y="1645920"/>
            <a:ext cx="1463040" cy="1097280"/>
          </a:xfrm>
          <a:prstGeom prst="line">
            <a:avLst/>
          </a:prstGeom>
          <a:noFill/>
          <a:ln w="1905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0080" y="237744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F4F6F9"/>
          </a:solidFill>
          <a:ln w="19050">
            <a:solidFill>
              <a:srgbClr val="1A9E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774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34640" y="2743200"/>
            <a:ext cx="1463040" cy="0"/>
          </a:xfrm>
          <a:prstGeom prst="line">
            <a:avLst/>
          </a:prstGeom>
          <a:noFill/>
          <a:ln w="1905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347472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F4F6F9"/>
          </a:solidFill>
          <a:ln w="19050">
            <a:solidFill>
              <a:srgbClr val="1A9E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 flipV="1">
            <a:off x="2834640" y="2743200"/>
            <a:ext cx="1463040" cy="1097280"/>
          </a:xfrm>
          <a:prstGeom prst="line">
            <a:avLst/>
          </a:prstGeom>
          <a:noFill/>
          <a:ln w="1905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97680" y="2011680"/>
            <a:ext cx="2011680" cy="1463040"/>
          </a:xfrm>
          <a:prstGeom prst="roundRect">
            <a:avLst>
              <a:gd name="adj" fmla="val 6250"/>
            </a:avLst>
          </a:prstGeom>
          <a:solidFill>
            <a:srgbClr val="1F2A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97680" y="201168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Server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thread per client)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17373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never talk to each other directly. The server receives a message and forwards it to all other clients.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listens on port 5000 (0.0.0.0, so other computers can connect)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thread is started for every client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a username, server checks it is not already used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adds time and username to each message and sends it to others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has a separate thread to receive messages while typing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lock protects the shared list of clients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and Files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5448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 - chat server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client.py - GUI/CMD choice and CMD client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client_gui.py - Tkinter GUI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Future Scope and Conclusion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text, no encryption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server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chat history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5448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messages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users list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chat history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rooms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a simple distributed system built with sockets and threads, where one server manages many clients and everyone can send and receive messages at the same time.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Chat Application</dc:title>
  <dc:subject>PptxGenJS Presentation</dc:subject>
  <dc:creator>PptxGenJS</dc:creator>
  <cp:lastModifiedBy>PptxGenJS</cp:lastModifiedBy>
  <cp:revision>1</cp:revision>
  <dcterms:created xsi:type="dcterms:W3CDTF">2026-10-04T10:14:48Z</dcterms:created>
  <dcterms:modified xsi:type="dcterms:W3CDTF">2026-10-04T10:14:48Z</dcterms:modified>
</cp:coreProperties>
</file>